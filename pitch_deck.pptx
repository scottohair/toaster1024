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Superscalar Toaster 1024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1024‑core parallel thermal processing architecture for industrial food throughput.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Need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Food service, hotels, industrial bakeries require extreme parallelism + consistency.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GPU‑inspired SIMT toaster with 128 SMs × 8 lanes each.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TCP Orchestrator → SM Modules → Lane Actuators → Sensors.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Toast kernels compiled into SIMT lane programs with real‑time feedback.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Thermal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PID+IR adaptive control loop per lane with coil current shaping.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Independent hardware coprocessor (PT8A2514A) per SM.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 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MCU, MOSFET drivers, IR sensor array, load cells, fan/airflow control.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Lane 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Individually controlled coil, ejector, thermal sensing.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 web-based SCADA with heatmaps, lane graphs, system health.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Kubernetes, MQTT, TimescaleDB, Prometheus, Grafana.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Manufacturing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4‑layer PCBs, high-current rails, modular blade assemblies.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Prototype→Pilot→Full industrial deployment.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Cost / lane, system cost, margin, scaling model.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Reinventing industrial toasting with compute‑grade engineering.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